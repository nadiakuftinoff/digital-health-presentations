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Roboto-bold.fntdata"/><Relationship Id="rId10" Type="http://schemas.openxmlformats.org/officeDocument/2006/relationships/slide" Target="slides/slide5.xml"/><Relationship Id="rId21" Type="http://schemas.openxmlformats.org/officeDocument/2006/relationships/font" Target="fonts/Roboto-regular.fntdata"/><Relationship Id="rId13" Type="http://schemas.openxmlformats.org/officeDocument/2006/relationships/slide" Target="slides/slide8.xml"/><Relationship Id="rId24" Type="http://schemas.openxmlformats.org/officeDocument/2006/relationships/font" Target="fonts/Roboto-boldItalic.fntdata"/><Relationship Id="rId12" Type="http://schemas.openxmlformats.org/officeDocument/2006/relationships/slide" Target="slides/slide7.xml"/><Relationship Id="rId23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6b626296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66b626296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6d4773efa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6d4773ef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6b626296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6b626296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8c7d31f55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8c7d31f55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66b626296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66b626296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c7d31f55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c7d31f55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8c7d31f55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8c7d31f55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6b626296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66b626296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c7d31f55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8c7d31f55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d4773efae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6d4773efa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d4773efae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6d4773efae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6d4773efae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6d4773efae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8c186bf61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8c186bf61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8c7d31f55c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8c7d31f55c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5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5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5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5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37.png"/><Relationship Id="rId9" Type="http://schemas.openxmlformats.org/officeDocument/2006/relationships/image" Target="../media/image23.png"/><Relationship Id="rId5" Type="http://schemas.openxmlformats.org/officeDocument/2006/relationships/image" Target="../media/image16.png"/><Relationship Id="rId6" Type="http://schemas.openxmlformats.org/officeDocument/2006/relationships/image" Target="../media/image19.png"/><Relationship Id="rId7" Type="http://schemas.openxmlformats.org/officeDocument/2006/relationships/image" Target="../media/image21.png"/><Relationship Id="rId8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28.png"/><Relationship Id="rId11" Type="http://schemas.openxmlformats.org/officeDocument/2006/relationships/image" Target="../media/image20.png"/><Relationship Id="rId10" Type="http://schemas.openxmlformats.org/officeDocument/2006/relationships/image" Target="../media/image29.png"/><Relationship Id="rId9" Type="http://schemas.openxmlformats.org/officeDocument/2006/relationships/image" Target="../media/image32.png"/><Relationship Id="rId5" Type="http://schemas.openxmlformats.org/officeDocument/2006/relationships/image" Target="../media/image35.png"/><Relationship Id="rId6" Type="http://schemas.openxmlformats.org/officeDocument/2006/relationships/image" Target="../media/image24.png"/><Relationship Id="rId7" Type="http://schemas.openxmlformats.org/officeDocument/2006/relationships/image" Target="../media/image26.png"/><Relationship Id="rId8" Type="http://schemas.openxmlformats.org/officeDocument/2006/relationships/image" Target="../media/image39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42.png"/><Relationship Id="rId10" Type="http://schemas.openxmlformats.org/officeDocument/2006/relationships/image" Target="../media/image45.png"/><Relationship Id="rId13" Type="http://schemas.openxmlformats.org/officeDocument/2006/relationships/image" Target="../media/image49.png"/><Relationship Id="rId1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5" Type="http://schemas.openxmlformats.org/officeDocument/2006/relationships/image" Target="../media/image31.png"/><Relationship Id="rId6" Type="http://schemas.openxmlformats.org/officeDocument/2006/relationships/image" Target="../media/image30.png"/><Relationship Id="rId7" Type="http://schemas.openxmlformats.org/officeDocument/2006/relationships/image" Target="../media/image34.png"/><Relationship Id="rId8" Type="http://schemas.openxmlformats.org/officeDocument/2006/relationships/image" Target="../media/image4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3.png"/><Relationship Id="rId4" Type="http://schemas.openxmlformats.org/officeDocument/2006/relationships/image" Target="../media/image41.png"/><Relationship Id="rId5" Type="http://schemas.openxmlformats.org/officeDocument/2006/relationships/image" Target="../media/image44.png"/><Relationship Id="rId6" Type="http://schemas.openxmlformats.org/officeDocument/2006/relationships/image" Target="../media/image46.png"/><Relationship Id="rId7" Type="http://schemas.openxmlformats.org/officeDocument/2006/relationships/image" Target="../media/image48.png"/><Relationship Id="rId8" Type="http://schemas.openxmlformats.org/officeDocument/2006/relationships/image" Target="../media/image4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808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5025" y="1776775"/>
            <a:ext cx="3374450" cy="119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650" y="108600"/>
            <a:ext cx="978600" cy="427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4926125"/>
            <a:ext cx="2562000" cy="21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16000" y="4926125"/>
            <a:ext cx="5993475" cy="21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58975" y="4926125"/>
            <a:ext cx="885027" cy="21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8080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0830" y="2087680"/>
            <a:ext cx="3302350" cy="96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10799983">
            <a:off x="3315387" y="2571745"/>
            <a:ext cx="2513223" cy="2513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159610">
            <a:off x="499174" y="231526"/>
            <a:ext cx="3353705" cy="3353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92350" y="3698300"/>
            <a:ext cx="2151650" cy="144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186535">
            <a:off x="5278924" y="87323"/>
            <a:ext cx="3270478" cy="3270478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/>
          <p:nvPr/>
        </p:nvSpPr>
        <p:spPr>
          <a:xfrm>
            <a:off x="1880700" y="1143900"/>
            <a:ext cx="5382600" cy="2855700"/>
          </a:xfrm>
          <a:prstGeom prst="roundRect">
            <a:avLst>
              <a:gd fmla="val 16667" name="adj"/>
            </a:avLst>
          </a:prstGeom>
          <a:solidFill>
            <a:srgbClr val="D4D0C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People around you who help you to complete tasks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Their role is not specifically to provide support like a Helpdesk is 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Someone knowledgeable who you don’t feel afraid to ask for help from 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Will show you how to do things for yourself if possible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8080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1438" y="2087675"/>
            <a:ext cx="2281125" cy="96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10799983">
            <a:off x="3315387" y="2571745"/>
            <a:ext cx="2513223" cy="2513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159610">
            <a:off x="499174" y="231526"/>
            <a:ext cx="3353705" cy="3353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186535">
            <a:off x="5278924" y="87323"/>
            <a:ext cx="3270478" cy="327047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/>
          <p:nvPr/>
        </p:nvSpPr>
        <p:spPr>
          <a:xfrm>
            <a:off x="1880700" y="1143900"/>
            <a:ext cx="5382600" cy="2855700"/>
          </a:xfrm>
          <a:prstGeom prst="roundRect">
            <a:avLst>
              <a:gd fmla="val 16667" name="adj"/>
            </a:avLst>
          </a:prstGeom>
          <a:solidFill>
            <a:srgbClr val="D4D0C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Supportive and collaborative atmosphere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Opportunity to upskill little and often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Builds and strengthens relationships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81825" y="3839550"/>
            <a:ext cx="1962175" cy="130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8080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0755" y="2087680"/>
            <a:ext cx="3938912" cy="96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10799983">
            <a:off x="3315387" y="2571745"/>
            <a:ext cx="2513223" cy="2513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159610">
            <a:off x="499174" y="231526"/>
            <a:ext cx="3353705" cy="3353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186535">
            <a:off x="5278924" y="87323"/>
            <a:ext cx="3270478" cy="327047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9"/>
          <p:cNvSpPr/>
          <p:nvPr/>
        </p:nvSpPr>
        <p:spPr>
          <a:xfrm>
            <a:off x="1880700" y="1143900"/>
            <a:ext cx="5382600" cy="2855700"/>
          </a:xfrm>
          <a:prstGeom prst="roundRect">
            <a:avLst>
              <a:gd fmla="val 16667" name="adj"/>
            </a:avLst>
          </a:prstGeom>
          <a:solidFill>
            <a:srgbClr val="D4D0C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You might become the Computer/Tech/Excel Person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Your working day gets interrupted a LOT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You become the single point of failure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22900" y="3814625"/>
            <a:ext cx="1921100" cy="133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10799983">
            <a:off x="3315387" y="2571745"/>
            <a:ext cx="2513223" cy="2513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159610">
            <a:off x="499174" y="231526"/>
            <a:ext cx="3353705" cy="3353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186535">
            <a:off x="5278924" y="87323"/>
            <a:ext cx="3270478" cy="327047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0"/>
          <p:cNvSpPr/>
          <p:nvPr/>
        </p:nvSpPr>
        <p:spPr>
          <a:xfrm>
            <a:off x="1880700" y="1143900"/>
            <a:ext cx="5382600" cy="2855700"/>
          </a:xfrm>
          <a:prstGeom prst="roundRect">
            <a:avLst>
              <a:gd fmla="val 16667" name="adj"/>
            </a:avLst>
          </a:prstGeom>
          <a:solidFill>
            <a:srgbClr val="D4D0C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Shape attitudes and approaches to digital problem solving 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Foster a “no such thing as a stupid question” culture 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Build confidence and empowerment 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Identify how to develop processes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Find out if something sucks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63300" y="3854150"/>
            <a:ext cx="1897300" cy="128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8080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25" y="2087680"/>
            <a:ext cx="3819551" cy="96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10799983">
            <a:off x="3315387" y="2571745"/>
            <a:ext cx="2513223" cy="2513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159610">
            <a:off x="499174" y="231526"/>
            <a:ext cx="3353705" cy="3353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186535">
            <a:off x="5278924" y="87323"/>
            <a:ext cx="3270478" cy="3270478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2"/>
          <p:cNvSpPr/>
          <p:nvPr/>
        </p:nvSpPr>
        <p:spPr>
          <a:xfrm>
            <a:off x="1880700" y="1143900"/>
            <a:ext cx="5382600" cy="2855700"/>
          </a:xfrm>
          <a:prstGeom prst="roundRect">
            <a:avLst>
              <a:gd fmla="val 16667" name="adj"/>
            </a:avLst>
          </a:prstGeom>
          <a:solidFill>
            <a:srgbClr val="D4D0C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Expected the unexpected. And the expected. Expect everything! 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People learn at different paces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People have different ways of learning 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People can be REALLY harsh on themselves 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Patience is a massively underrated skill and we should be nurturing it 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Guidance and support should be catalogued and easy to find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3" name="Google Shape;12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5525" y="3873650"/>
            <a:ext cx="1988475" cy="126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8080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/>
        </p:nvSpPr>
        <p:spPr>
          <a:xfrm>
            <a:off x="253275" y="272750"/>
            <a:ext cx="19092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Clearing a Cache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9" name="Google Shape;12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1175" y="917100"/>
            <a:ext cx="1299225" cy="184085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30" name="Google Shape;13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3288" y="915000"/>
            <a:ext cx="1299225" cy="184504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31" name="Google Shape;131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65399" y="909500"/>
            <a:ext cx="1299225" cy="185603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32" name="Google Shape;132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97525" y="907592"/>
            <a:ext cx="1299225" cy="185987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33" name="Google Shape;133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45250" y="3028974"/>
            <a:ext cx="1299225" cy="185033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34" name="Google Shape;134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90638" y="3026350"/>
            <a:ext cx="1299225" cy="185557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35" name="Google Shape;135;p2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136026" y="3027325"/>
            <a:ext cx="1299225" cy="185363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8080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/>
        </p:nvSpPr>
        <p:spPr>
          <a:xfrm>
            <a:off x="253275" y="272750"/>
            <a:ext cx="54210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Uploading a Document to a SharePoint Site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1" name="Google Shape;14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650" y="883000"/>
            <a:ext cx="1214675" cy="17228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42" name="Google Shape;14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3675" y="883000"/>
            <a:ext cx="1192027" cy="17228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43" name="Google Shape;143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96050" y="883013"/>
            <a:ext cx="1214675" cy="17347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44" name="Google Shape;144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14013" y="888975"/>
            <a:ext cx="1214675" cy="172285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45" name="Google Shape;145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70300" y="883675"/>
            <a:ext cx="1214675" cy="17334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46" name="Google Shape;146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60225" y="877025"/>
            <a:ext cx="1214675" cy="173480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47" name="Google Shape;147;p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98096" y="2901288"/>
            <a:ext cx="1214675" cy="170427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48" name="Google Shape;148;p2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975985" y="2904375"/>
            <a:ext cx="1192025" cy="169810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49" name="Google Shape;149;p2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431200" y="2905250"/>
            <a:ext cx="1192025" cy="169634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8080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/>
        </p:nvSpPr>
        <p:spPr>
          <a:xfrm>
            <a:off x="379900" y="277625"/>
            <a:ext cx="54456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Updating URLs on a Formulary website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5" name="Google Shape;15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496" y="757375"/>
            <a:ext cx="1379203" cy="19677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56" name="Google Shape;15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4029" y="766838"/>
            <a:ext cx="1379200" cy="196978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57" name="Google Shape;157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91082" y="766838"/>
            <a:ext cx="1379200" cy="196978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58" name="Google Shape;158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67356" y="766850"/>
            <a:ext cx="1358442" cy="19582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59" name="Google Shape;159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56532" y="764313"/>
            <a:ext cx="1379200" cy="19748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60" name="Google Shape;160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73934" y="764563"/>
            <a:ext cx="1379200" cy="197438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61" name="Google Shape;161;p2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03152" y="2811850"/>
            <a:ext cx="1379200" cy="1979467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62" name="Google Shape;162;p2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318253" y="2811850"/>
            <a:ext cx="1379200" cy="196121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63" name="Google Shape;163;p2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825878" y="2834400"/>
            <a:ext cx="1379200" cy="197129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64" name="Google Shape;164;p2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348455" y="2838700"/>
            <a:ext cx="1379200" cy="196270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65" name="Google Shape;165;p2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956685" y="2843700"/>
            <a:ext cx="1379200" cy="1952697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8080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/>
          <p:nvPr/>
        </p:nvSpPr>
        <p:spPr>
          <a:xfrm>
            <a:off x="379900" y="277625"/>
            <a:ext cx="80307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Explaining the digital ecosystem to Neighbourhood Integrators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1" name="Google Shape;17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900" y="844025"/>
            <a:ext cx="2414896" cy="14474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72" name="Google Shape;17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8927" y="881425"/>
            <a:ext cx="2525128" cy="14474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73" name="Google Shape;173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48175" y="844025"/>
            <a:ext cx="2566751" cy="14474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74" name="Google Shape;174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9902" y="2836300"/>
            <a:ext cx="2566751" cy="144747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75" name="Google Shape;175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88100" y="2836300"/>
            <a:ext cx="2566767" cy="1447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31439" y="2836300"/>
            <a:ext cx="2483486" cy="14474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8080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 txBox="1"/>
          <p:nvPr/>
        </p:nvSpPr>
        <p:spPr>
          <a:xfrm>
            <a:off x="2482500" y="1913850"/>
            <a:ext cx="4179000" cy="13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solidFill>
                  <a:srgbClr val="D4D0C8"/>
                </a:solidFill>
              </a:rPr>
              <a:t>Thank you!</a:t>
            </a:r>
            <a:endParaRPr b="1" sz="2500">
              <a:solidFill>
                <a:srgbClr val="D4D0C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D4D0C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solidFill>
                  <a:srgbClr val="D4D0C8"/>
                </a:solidFill>
              </a:rPr>
              <a:t>Nadia.Kuftinoff1@nhs.net</a:t>
            </a:r>
            <a:endParaRPr b="1" sz="2500">
              <a:solidFill>
                <a:srgbClr val="D4D0C8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